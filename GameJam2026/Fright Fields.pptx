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5"/>
  </p:notesMasterIdLst>
  <p:handoutMasterIdLst>
    <p:handoutMasterId r:id="rId16"/>
  </p:handoutMasterIdLst>
  <p:sldIdLst>
    <p:sldId id="257" r:id="rId2"/>
    <p:sldId id="258" r:id="rId3"/>
    <p:sldId id="259" r:id="rId4"/>
    <p:sldId id="260" r:id="rId5"/>
    <p:sldId id="263" r:id="rId6"/>
    <p:sldId id="264" r:id="rId7"/>
    <p:sldId id="265" r:id="rId8"/>
    <p:sldId id="266" r:id="rId9"/>
    <p:sldId id="267" r:id="rId10"/>
    <p:sldId id="268" r:id="rId11"/>
    <p:sldId id="261" r:id="rId12"/>
    <p:sldId id="262" r:id="rId13"/>
    <p:sldId id="269" r:id="rId14"/>
  </p:sldIdLst>
  <p:sldSz cx="12192000" cy="6858000"/>
  <p:notesSz cx="6858000" cy="9144000"/>
  <p:defaultTextStyle>
    <a:defPPr rtl="0">
      <a:defRPr lang="sl-s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121D2D-2F1D-45BB-A42D-0B85DA45EFA6}" v="25" dt="2026-10-25T20:43:52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vro Mačič Kotnik" userId="1875dddb-a5f1-41dd-8b3f-0ca44b356745" providerId="ADAL" clId="{0E37532C-A278-49F2-A566-F2D4D901F21B}"/>
    <pc:docChg chg="addSld modSld">
      <pc:chgData name="Lovro Mačič Kotnik" userId="1875dddb-a5f1-41dd-8b3f-0ca44b356745" providerId="ADAL" clId="{0E37532C-A278-49F2-A566-F2D4D901F21B}" dt="2026-10-25T20:44:35.759" v="25"/>
      <pc:docMkLst>
        <pc:docMk/>
      </pc:docMkLst>
      <pc:sldChg chg="modSp">
        <pc:chgData name="Lovro Mačič Kotnik" userId="1875dddb-a5f1-41dd-8b3f-0ca44b356745" providerId="ADAL" clId="{0E37532C-A278-49F2-A566-F2D4D901F21B}" dt="2026-10-25T20:28:01.533" v="2"/>
        <pc:sldMkLst>
          <pc:docMk/>
          <pc:sldMk cId="717329965" sldId="258"/>
        </pc:sldMkLst>
        <pc:spChg chg="mod">
          <ac:chgData name="Lovro Mačič Kotnik" userId="1875dddb-a5f1-41dd-8b3f-0ca44b356745" providerId="ADAL" clId="{0E37532C-A278-49F2-A566-F2D4D901F21B}" dt="2026-10-25T20:26:56.541" v="0"/>
          <ac:spMkLst>
            <pc:docMk/>
            <pc:sldMk cId="717329965" sldId="258"/>
            <ac:spMk id="2" creationId="{459124E4-CE4A-C3E9-A874-E37BC632A89C}"/>
          </ac:spMkLst>
        </pc:spChg>
        <pc:spChg chg="mod">
          <ac:chgData name="Lovro Mačič Kotnik" userId="1875dddb-a5f1-41dd-8b3f-0ca44b356745" providerId="ADAL" clId="{0E37532C-A278-49F2-A566-F2D4D901F21B}" dt="2026-10-25T20:28:01.533" v="2"/>
          <ac:spMkLst>
            <pc:docMk/>
            <pc:sldMk cId="717329965" sldId="258"/>
            <ac:spMk id="3" creationId="{5520298A-0ADB-C21B-AD94-AAAC57D460BC}"/>
          </ac:spMkLst>
        </pc:spChg>
      </pc:sldChg>
      <pc:sldChg chg="modSp">
        <pc:chgData name="Lovro Mačič Kotnik" userId="1875dddb-a5f1-41dd-8b3f-0ca44b356745" providerId="ADAL" clId="{0E37532C-A278-49F2-A566-F2D4D901F21B}" dt="2026-10-25T20:31:22.150" v="8"/>
        <pc:sldMkLst>
          <pc:docMk/>
          <pc:sldMk cId="1898252800" sldId="259"/>
        </pc:sldMkLst>
        <pc:spChg chg="mod">
          <ac:chgData name="Lovro Mačič Kotnik" userId="1875dddb-a5f1-41dd-8b3f-0ca44b356745" providerId="ADAL" clId="{0E37532C-A278-49F2-A566-F2D4D901F21B}" dt="2026-10-25T20:29:43.669" v="3"/>
          <ac:spMkLst>
            <pc:docMk/>
            <pc:sldMk cId="1898252800" sldId="259"/>
            <ac:spMk id="2" creationId="{E2CB809B-93BD-1579-B589-40AE388120E2}"/>
          </ac:spMkLst>
        </pc:spChg>
        <pc:spChg chg="mod">
          <ac:chgData name="Lovro Mačič Kotnik" userId="1875dddb-a5f1-41dd-8b3f-0ca44b356745" providerId="ADAL" clId="{0E37532C-A278-49F2-A566-F2D4D901F21B}" dt="2026-10-25T20:29:56.148" v="4"/>
          <ac:spMkLst>
            <pc:docMk/>
            <pc:sldMk cId="1898252800" sldId="259"/>
            <ac:spMk id="3" creationId="{D4D2D816-33F6-67EF-86F7-3A4A305A8872}"/>
          </ac:spMkLst>
        </pc:spChg>
        <pc:spChg chg="mod">
          <ac:chgData name="Lovro Mačič Kotnik" userId="1875dddb-a5f1-41dd-8b3f-0ca44b356745" providerId="ADAL" clId="{0E37532C-A278-49F2-A566-F2D4D901F21B}" dt="2026-10-25T20:31:22.150" v="8"/>
          <ac:spMkLst>
            <pc:docMk/>
            <pc:sldMk cId="1898252800" sldId="259"/>
            <ac:spMk id="6" creationId="{0986DF44-3ED1-8637-38F5-6F57BB49489E}"/>
          </ac:spMkLst>
        </pc:spChg>
      </pc:sldChg>
      <pc:sldChg chg="modSp">
        <pc:chgData name="Lovro Mačič Kotnik" userId="1875dddb-a5f1-41dd-8b3f-0ca44b356745" providerId="ADAL" clId="{0E37532C-A278-49F2-A566-F2D4D901F21B}" dt="2026-10-25T20:31:55.708" v="11"/>
        <pc:sldMkLst>
          <pc:docMk/>
          <pc:sldMk cId="1821094064" sldId="260"/>
        </pc:sldMkLst>
        <pc:spChg chg="mod">
          <ac:chgData name="Lovro Mačič Kotnik" userId="1875dddb-a5f1-41dd-8b3f-0ca44b356745" providerId="ADAL" clId="{0E37532C-A278-49F2-A566-F2D4D901F21B}" dt="2026-10-25T20:31:41.506" v="9"/>
          <ac:spMkLst>
            <pc:docMk/>
            <pc:sldMk cId="1821094064" sldId="260"/>
            <ac:spMk id="2" creationId="{EE37D5BB-51ED-0EFA-2D2D-63EF410DFF15}"/>
          </ac:spMkLst>
        </pc:spChg>
        <pc:spChg chg="mod">
          <ac:chgData name="Lovro Mačič Kotnik" userId="1875dddb-a5f1-41dd-8b3f-0ca44b356745" providerId="ADAL" clId="{0E37532C-A278-49F2-A566-F2D4D901F21B}" dt="2026-10-25T20:31:55.708" v="11"/>
          <ac:spMkLst>
            <pc:docMk/>
            <pc:sldMk cId="1821094064" sldId="260"/>
            <ac:spMk id="3" creationId="{9F16F59F-9763-30DF-78B5-8B8BB1FCED15}"/>
          </ac:spMkLst>
        </pc:spChg>
      </pc:sldChg>
      <pc:sldChg chg="modSp">
        <pc:chgData name="Lovro Mačič Kotnik" userId="1875dddb-a5f1-41dd-8b3f-0ca44b356745" providerId="ADAL" clId="{0E37532C-A278-49F2-A566-F2D4D901F21B}" dt="2026-10-25T20:33:53.959" v="15"/>
        <pc:sldMkLst>
          <pc:docMk/>
          <pc:sldMk cId="2432956547" sldId="261"/>
        </pc:sldMkLst>
        <pc:spChg chg="mod">
          <ac:chgData name="Lovro Mačič Kotnik" userId="1875dddb-a5f1-41dd-8b3f-0ca44b356745" providerId="ADAL" clId="{0E37532C-A278-49F2-A566-F2D4D901F21B}" dt="2026-10-25T20:32:49.610" v="12"/>
          <ac:spMkLst>
            <pc:docMk/>
            <pc:sldMk cId="2432956547" sldId="261"/>
            <ac:spMk id="2" creationId="{D856BD9B-94CF-72E0-691E-8214D80E7C2D}"/>
          </ac:spMkLst>
        </pc:spChg>
        <pc:spChg chg="mod">
          <ac:chgData name="Lovro Mačič Kotnik" userId="1875dddb-a5f1-41dd-8b3f-0ca44b356745" providerId="ADAL" clId="{0E37532C-A278-49F2-A566-F2D4D901F21B}" dt="2026-10-25T20:33:53.959" v="15"/>
          <ac:spMkLst>
            <pc:docMk/>
            <pc:sldMk cId="2432956547" sldId="261"/>
            <ac:spMk id="3" creationId="{C35750BF-B8C7-1215-527C-137A595358A3}"/>
          </ac:spMkLst>
        </pc:spChg>
      </pc:sldChg>
      <pc:sldChg chg="modSp">
        <pc:chgData name="Lovro Mačič Kotnik" userId="1875dddb-a5f1-41dd-8b3f-0ca44b356745" providerId="ADAL" clId="{0E37532C-A278-49F2-A566-F2D4D901F21B}" dt="2026-10-25T20:42:37.655" v="23"/>
        <pc:sldMkLst>
          <pc:docMk/>
          <pc:sldMk cId="2101160177" sldId="262"/>
        </pc:sldMkLst>
        <pc:spChg chg="mod">
          <ac:chgData name="Lovro Mačič Kotnik" userId="1875dddb-a5f1-41dd-8b3f-0ca44b356745" providerId="ADAL" clId="{0E37532C-A278-49F2-A566-F2D4D901F21B}" dt="2026-10-25T20:42:37.655" v="23"/>
          <ac:spMkLst>
            <pc:docMk/>
            <pc:sldMk cId="2101160177" sldId="262"/>
            <ac:spMk id="3" creationId="{0AE723E7-BFE8-E476-3F8F-8FF393D1E048}"/>
          </ac:spMkLst>
        </pc:spChg>
      </pc:sldChg>
      <pc:sldChg chg="addSp delSp modSp">
        <pc:chgData name="Lovro Mačič Kotnik" userId="1875dddb-a5f1-41dd-8b3f-0ca44b356745" providerId="ADAL" clId="{0E37532C-A278-49F2-A566-F2D4D901F21B}" dt="2026-10-25T20:38:11.583" v="16"/>
        <pc:sldMkLst>
          <pc:docMk/>
          <pc:sldMk cId="2413291895" sldId="263"/>
        </pc:sldMkLst>
        <pc:spChg chg="del">
          <ac:chgData name="Lovro Mačič Kotnik" userId="1875dddb-a5f1-41dd-8b3f-0ca44b356745" providerId="ADAL" clId="{0E37532C-A278-49F2-A566-F2D4D901F21B}" dt="2026-10-25T20:38:11.583" v="16"/>
          <ac:spMkLst>
            <pc:docMk/>
            <pc:sldMk cId="2413291895" sldId="263"/>
            <ac:spMk id="3" creationId="{EAAA58B7-5440-F293-33B8-905C16BD14E6}"/>
          </ac:spMkLst>
        </pc:spChg>
        <pc:picChg chg="add mod">
          <ac:chgData name="Lovro Mačič Kotnik" userId="1875dddb-a5f1-41dd-8b3f-0ca44b356745" providerId="ADAL" clId="{0E37532C-A278-49F2-A566-F2D4D901F21B}" dt="2026-10-25T20:38:11.583" v="16"/>
          <ac:picMkLst>
            <pc:docMk/>
            <pc:sldMk cId="2413291895" sldId="263"/>
            <ac:picMk id="6" creationId="{8C5986E1-8B94-BD80-FEA0-0C4F047E91B4}"/>
          </ac:picMkLst>
        </pc:picChg>
      </pc:sldChg>
      <pc:sldChg chg="addSp delSp modSp">
        <pc:chgData name="Lovro Mačič Kotnik" userId="1875dddb-a5f1-41dd-8b3f-0ca44b356745" providerId="ADAL" clId="{0E37532C-A278-49F2-A566-F2D4D901F21B}" dt="2026-10-25T20:38:23.379" v="17"/>
        <pc:sldMkLst>
          <pc:docMk/>
          <pc:sldMk cId="3281505594" sldId="264"/>
        </pc:sldMkLst>
        <pc:spChg chg="del">
          <ac:chgData name="Lovro Mačič Kotnik" userId="1875dddb-a5f1-41dd-8b3f-0ca44b356745" providerId="ADAL" clId="{0E37532C-A278-49F2-A566-F2D4D901F21B}" dt="2026-10-25T20:38:23.379" v="17"/>
          <ac:spMkLst>
            <pc:docMk/>
            <pc:sldMk cId="3281505594" sldId="264"/>
            <ac:spMk id="3" creationId="{B04FB6C7-1F58-DBC3-6B36-CDAD85FDB470}"/>
          </ac:spMkLst>
        </pc:spChg>
        <pc:picChg chg="add mod">
          <ac:chgData name="Lovro Mačič Kotnik" userId="1875dddb-a5f1-41dd-8b3f-0ca44b356745" providerId="ADAL" clId="{0E37532C-A278-49F2-A566-F2D4D901F21B}" dt="2026-10-25T20:38:23.379" v="17"/>
          <ac:picMkLst>
            <pc:docMk/>
            <pc:sldMk cId="3281505594" sldId="264"/>
            <ac:picMk id="6" creationId="{C171F8CE-6B46-64F5-9178-7F4DA2C70776}"/>
          </ac:picMkLst>
        </pc:picChg>
      </pc:sldChg>
      <pc:sldChg chg="addSp delSp modSp">
        <pc:chgData name="Lovro Mačič Kotnik" userId="1875dddb-a5f1-41dd-8b3f-0ca44b356745" providerId="ADAL" clId="{0E37532C-A278-49F2-A566-F2D4D901F21B}" dt="2026-10-25T20:38:50.328" v="18"/>
        <pc:sldMkLst>
          <pc:docMk/>
          <pc:sldMk cId="1318711028" sldId="265"/>
        </pc:sldMkLst>
        <pc:spChg chg="del">
          <ac:chgData name="Lovro Mačič Kotnik" userId="1875dddb-a5f1-41dd-8b3f-0ca44b356745" providerId="ADAL" clId="{0E37532C-A278-49F2-A566-F2D4D901F21B}" dt="2026-10-25T20:38:50.328" v="18"/>
          <ac:spMkLst>
            <pc:docMk/>
            <pc:sldMk cId="1318711028" sldId="265"/>
            <ac:spMk id="3" creationId="{41E9FFC9-0AC2-C2A2-F8EF-15F5934D3D47}"/>
          </ac:spMkLst>
        </pc:spChg>
        <pc:picChg chg="add mod">
          <ac:chgData name="Lovro Mačič Kotnik" userId="1875dddb-a5f1-41dd-8b3f-0ca44b356745" providerId="ADAL" clId="{0E37532C-A278-49F2-A566-F2D4D901F21B}" dt="2026-10-25T20:38:50.328" v="18"/>
          <ac:picMkLst>
            <pc:docMk/>
            <pc:sldMk cId="1318711028" sldId="265"/>
            <ac:picMk id="6" creationId="{A30C7382-9E43-827B-EBED-DEC869B9A871}"/>
          </ac:picMkLst>
        </pc:picChg>
      </pc:sldChg>
      <pc:sldChg chg="addSp delSp modSp">
        <pc:chgData name="Lovro Mačič Kotnik" userId="1875dddb-a5f1-41dd-8b3f-0ca44b356745" providerId="ADAL" clId="{0E37532C-A278-49F2-A566-F2D4D901F21B}" dt="2026-10-25T20:39:18.585" v="19"/>
        <pc:sldMkLst>
          <pc:docMk/>
          <pc:sldMk cId="3932326611" sldId="266"/>
        </pc:sldMkLst>
        <pc:spChg chg="del">
          <ac:chgData name="Lovro Mačič Kotnik" userId="1875dddb-a5f1-41dd-8b3f-0ca44b356745" providerId="ADAL" clId="{0E37532C-A278-49F2-A566-F2D4D901F21B}" dt="2026-10-25T20:39:18.585" v="19"/>
          <ac:spMkLst>
            <pc:docMk/>
            <pc:sldMk cId="3932326611" sldId="266"/>
            <ac:spMk id="3" creationId="{AB1031F8-1804-3CBA-DE24-605B6075845F}"/>
          </ac:spMkLst>
        </pc:spChg>
        <pc:picChg chg="add mod">
          <ac:chgData name="Lovro Mačič Kotnik" userId="1875dddb-a5f1-41dd-8b3f-0ca44b356745" providerId="ADAL" clId="{0E37532C-A278-49F2-A566-F2D4D901F21B}" dt="2026-10-25T20:39:18.585" v="19"/>
          <ac:picMkLst>
            <pc:docMk/>
            <pc:sldMk cId="3932326611" sldId="266"/>
            <ac:picMk id="6" creationId="{2D01079C-3DE0-0722-3808-B844465691D1}"/>
          </ac:picMkLst>
        </pc:picChg>
      </pc:sldChg>
      <pc:sldChg chg="addSp delSp modSp">
        <pc:chgData name="Lovro Mačič Kotnik" userId="1875dddb-a5f1-41dd-8b3f-0ca44b356745" providerId="ADAL" clId="{0E37532C-A278-49F2-A566-F2D4D901F21B}" dt="2026-10-25T20:39:39.712" v="20"/>
        <pc:sldMkLst>
          <pc:docMk/>
          <pc:sldMk cId="3575857685" sldId="267"/>
        </pc:sldMkLst>
        <pc:spChg chg="del">
          <ac:chgData name="Lovro Mačič Kotnik" userId="1875dddb-a5f1-41dd-8b3f-0ca44b356745" providerId="ADAL" clId="{0E37532C-A278-49F2-A566-F2D4D901F21B}" dt="2026-10-25T20:39:39.712" v="20"/>
          <ac:spMkLst>
            <pc:docMk/>
            <pc:sldMk cId="3575857685" sldId="267"/>
            <ac:spMk id="3" creationId="{E8514203-43D5-430E-BC03-6D5FB9B5460A}"/>
          </ac:spMkLst>
        </pc:spChg>
        <pc:picChg chg="add mod">
          <ac:chgData name="Lovro Mačič Kotnik" userId="1875dddb-a5f1-41dd-8b3f-0ca44b356745" providerId="ADAL" clId="{0E37532C-A278-49F2-A566-F2D4D901F21B}" dt="2026-10-25T20:39:39.712" v="20"/>
          <ac:picMkLst>
            <pc:docMk/>
            <pc:sldMk cId="3575857685" sldId="267"/>
            <ac:picMk id="6" creationId="{AFF0DE98-43BE-FB90-7304-DB5C90682E85}"/>
          </ac:picMkLst>
        </pc:picChg>
      </pc:sldChg>
      <pc:sldChg chg="addSp delSp modSp">
        <pc:chgData name="Lovro Mačič Kotnik" userId="1875dddb-a5f1-41dd-8b3f-0ca44b356745" providerId="ADAL" clId="{0E37532C-A278-49F2-A566-F2D4D901F21B}" dt="2026-10-25T20:40:42.481" v="22"/>
        <pc:sldMkLst>
          <pc:docMk/>
          <pc:sldMk cId="533914042" sldId="268"/>
        </pc:sldMkLst>
        <pc:spChg chg="del">
          <ac:chgData name="Lovro Mačič Kotnik" userId="1875dddb-a5f1-41dd-8b3f-0ca44b356745" providerId="ADAL" clId="{0E37532C-A278-49F2-A566-F2D4D901F21B}" dt="2026-10-25T20:39:59.335" v="21"/>
          <ac:spMkLst>
            <pc:docMk/>
            <pc:sldMk cId="533914042" sldId="268"/>
            <ac:spMk id="3" creationId="{5472CDAE-DBA2-38A1-D5FF-801BF65D6304}"/>
          </ac:spMkLst>
        </pc:spChg>
        <pc:spChg chg="mod">
          <ac:chgData name="Lovro Mačič Kotnik" userId="1875dddb-a5f1-41dd-8b3f-0ca44b356745" providerId="ADAL" clId="{0E37532C-A278-49F2-A566-F2D4D901F21B}" dt="2026-10-25T20:40:42.481" v="22"/>
          <ac:spMkLst>
            <pc:docMk/>
            <pc:sldMk cId="533914042" sldId="268"/>
            <ac:spMk id="11" creationId="{A28C8A9A-493C-6B18-AD7C-1E1F046C05AD}"/>
          </ac:spMkLst>
        </pc:spChg>
        <pc:picChg chg="add mod">
          <ac:chgData name="Lovro Mačič Kotnik" userId="1875dddb-a5f1-41dd-8b3f-0ca44b356745" providerId="ADAL" clId="{0E37532C-A278-49F2-A566-F2D4D901F21B}" dt="2026-10-25T20:39:59.335" v="21"/>
          <ac:picMkLst>
            <pc:docMk/>
            <pc:sldMk cId="533914042" sldId="268"/>
            <ac:picMk id="6" creationId="{9BAE82A8-AED7-0371-7CCF-C066565E8B22}"/>
          </ac:picMkLst>
        </pc:picChg>
      </pc:sldChg>
      <pc:sldChg chg="addSp add">
        <pc:chgData name="Lovro Mačič Kotnik" userId="1875dddb-a5f1-41dd-8b3f-0ca44b356745" providerId="ADAL" clId="{0E37532C-A278-49F2-A566-F2D4D901F21B}" dt="2026-10-25T20:44:35.759" v="25"/>
        <pc:sldMkLst>
          <pc:docMk/>
          <pc:sldMk cId="3570006543" sldId="269"/>
        </pc:sldMkLst>
        <pc:picChg chg="add">
          <ac:chgData name="Lovro Mačič Kotnik" userId="1875dddb-a5f1-41dd-8b3f-0ca44b356745" providerId="ADAL" clId="{0E37532C-A278-49F2-A566-F2D4D901F21B}" dt="2026-10-25T20:44:35.759" v="25"/>
          <ac:picMkLst>
            <pc:docMk/>
            <pc:sldMk cId="3570006543" sldId="269"/>
            <ac:picMk id="5" creationId="{0805AC2D-EFF2-D281-BA38-D19D5D6D6795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glav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Označba mesta za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ABB95739-00AC-4F0C-958B-234738343CF0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4" name="Označba mesta za nogo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Označba mesta številke diapoz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značba mesta za glav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Označba mesta za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D8E3FBF-49A9-407E-810D-22ED386E059F}" type="datetime1">
              <a:rPr lang="sl-SI" smtClean="0"/>
              <a:t>25. 10. 2026</a:t>
            </a:fld>
            <a:endParaRPr lang="en-US"/>
          </a:p>
        </p:txBody>
      </p:sp>
      <p:sp>
        <p:nvSpPr>
          <p:cNvPr id="4" name="Označba mesta za sliko diapoz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Označba mesta opomb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sl"/>
              <a:t>Uredite sloge besedila matrice</a:t>
            </a:r>
            <a:endParaRPr lang="en-US"/>
          </a:p>
          <a:p>
            <a:pPr lvl="1" rtl="0"/>
            <a:r>
              <a:rPr lang="sl"/>
              <a:t>Druga raven</a:t>
            </a:r>
          </a:p>
          <a:p>
            <a:pPr lvl="2" rtl="0"/>
            <a:r>
              <a:rPr lang="sl"/>
              <a:t>Tretja raven</a:t>
            </a:r>
          </a:p>
          <a:p>
            <a:pPr lvl="3" rtl="0"/>
            <a:r>
              <a:rPr lang="sl"/>
              <a:t>Četrta raven</a:t>
            </a:r>
          </a:p>
          <a:p>
            <a:pPr lvl="4" rtl="0"/>
            <a:r>
              <a:rPr lang="sl"/>
              <a:t>Peta raven</a:t>
            </a:r>
            <a:endParaRPr lang="en-US"/>
          </a:p>
        </p:txBody>
      </p:sp>
      <p:sp>
        <p:nvSpPr>
          <p:cNvPr id="6" name="Označba mesta no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Označba mesta številke diapoz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Naslovni diapozit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otnik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2" name="Naslov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Podnaslov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sl-SI"/>
              <a:t>Kliknite, če želite urediti slog podnaslova matrice</a:t>
            </a:r>
            <a:endParaRPr lang="en-US" dirty="0"/>
          </a:p>
        </p:txBody>
      </p:sp>
      <p:cxnSp>
        <p:nvCxnSpPr>
          <p:cNvPr id="9" name="Raven povezovalnik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značba mesta za datum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B311B35-8FBC-4148-BD54-FC70033A1968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5" name="Označba mesta za nogo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Označba mesta številke diapozitiva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slov in vsebi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Označba mesta za vsebino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sl-SI"/>
              <a:t>Kliknite za urejanje slogov besedila matrice</a:t>
            </a:r>
          </a:p>
          <a:p>
            <a:pPr lvl="1" rtl="0"/>
            <a:r>
              <a:rPr lang="sl-SI"/>
              <a:t>Druga raven</a:t>
            </a:r>
          </a:p>
          <a:p>
            <a:pPr lvl="2" rtl="0"/>
            <a:r>
              <a:rPr lang="sl-SI"/>
              <a:t>Tretja raven</a:t>
            </a:r>
          </a:p>
          <a:p>
            <a:pPr lvl="3" rtl="0"/>
            <a:r>
              <a:rPr lang="sl-SI"/>
              <a:t>Četrta raven</a:t>
            </a:r>
          </a:p>
          <a:p>
            <a:pPr lvl="4" rtl="0"/>
            <a:r>
              <a:rPr lang="sl-SI"/>
              <a:t>Peta raven</a:t>
            </a:r>
            <a:endParaRPr lang="en-US" dirty="0"/>
          </a:p>
        </p:txBody>
      </p:sp>
      <p:sp>
        <p:nvSpPr>
          <p:cNvPr id="7" name="Označba mesta za datum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6E23136-8872-4229-887B-F91C90761564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8" name="Označba mesta za nogo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Označba mesta za številko diapozitiva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Glava odsek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otnik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Označba mesta besedila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sl-SI"/>
              <a:t>Kliknite za urejanje slogov besedila matrice</a:t>
            </a:r>
          </a:p>
        </p:txBody>
      </p:sp>
      <p:cxnSp>
        <p:nvCxnSpPr>
          <p:cNvPr id="9" name="Raven povezovalnik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značba mesta za datum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842BD50-21E0-4351-9970-4E7155DD1B97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8" name="Označba mesta za nogo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Označba mesta za številko diapozitiva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e vseb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slov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Označba mesta za vsebino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sl-SI"/>
              <a:t>Kliknite za urejanje slogov besedila matrice</a:t>
            </a:r>
          </a:p>
          <a:p>
            <a:pPr lvl="1" rtl="0"/>
            <a:r>
              <a:rPr lang="sl-SI"/>
              <a:t>Druga raven</a:t>
            </a:r>
          </a:p>
          <a:p>
            <a:pPr lvl="2" rtl="0"/>
            <a:r>
              <a:rPr lang="sl-SI"/>
              <a:t>Tretja raven</a:t>
            </a:r>
          </a:p>
          <a:p>
            <a:pPr lvl="3" rtl="0"/>
            <a:r>
              <a:rPr lang="sl-SI"/>
              <a:t>Četrta raven</a:t>
            </a:r>
          </a:p>
          <a:p>
            <a:pPr lvl="4" rtl="0"/>
            <a:r>
              <a:rPr lang="sl-SI"/>
              <a:t>Peta raven</a:t>
            </a:r>
            <a:endParaRPr lang="en-US" dirty="0"/>
          </a:p>
        </p:txBody>
      </p:sp>
      <p:sp>
        <p:nvSpPr>
          <p:cNvPr id="4" name="Označba mesta za vsebino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sl-SI"/>
              <a:t>Kliknite za urejanje slogov besedila matrice</a:t>
            </a:r>
          </a:p>
          <a:p>
            <a:pPr lvl="1" rtl="0"/>
            <a:r>
              <a:rPr lang="sl-SI"/>
              <a:t>Druga raven</a:t>
            </a:r>
          </a:p>
          <a:p>
            <a:pPr lvl="2" rtl="0"/>
            <a:r>
              <a:rPr lang="sl-SI"/>
              <a:t>Tretja raven</a:t>
            </a:r>
          </a:p>
          <a:p>
            <a:pPr lvl="3" rtl="0"/>
            <a:r>
              <a:rPr lang="sl-SI"/>
              <a:t>Četrta raven</a:t>
            </a:r>
          </a:p>
          <a:p>
            <a:pPr lvl="4" rtl="0"/>
            <a:r>
              <a:rPr lang="sl-SI"/>
              <a:t>Peta raven</a:t>
            </a:r>
            <a:endParaRPr lang="en-US" dirty="0"/>
          </a:p>
        </p:txBody>
      </p:sp>
      <p:sp>
        <p:nvSpPr>
          <p:cNvPr id="2" name="Označba mesta za datum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02F2826-1F90-42B3-841B-3B8241CC4A68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9" name="Označba mesta za nogo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Označba mesta za številko diapozitiva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rimerjav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Naslov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Označba mesta besedila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l-SI"/>
              <a:t>Kliknite za urejanje slogov besedila matrice</a:t>
            </a:r>
          </a:p>
        </p:txBody>
      </p:sp>
      <p:sp>
        <p:nvSpPr>
          <p:cNvPr id="4" name="Označba mesta za vsebino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sl-SI"/>
              <a:t>Kliknite za urejanje slogov besedila matrice</a:t>
            </a:r>
          </a:p>
          <a:p>
            <a:pPr lvl="1" rtl="0"/>
            <a:r>
              <a:rPr lang="sl-SI"/>
              <a:t>Druga raven</a:t>
            </a:r>
          </a:p>
          <a:p>
            <a:pPr lvl="2" rtl="0"/>
            <a:r>
              <a:rPr lang="sl-SI"/>
              <a:t>Tretja raven</a:t>
            </a:r>
          </a:p>
          <a:p>
            <a:pPr lvl="3" rtl="0"/>
            <a:r>
              <a:rPr lang="sl-SI"/>
              <a:t>Četrta raven</a:t>
            </a:r>
          </a:p>
          <a:p>
            <a:pPr lvl="4" rtl="0"/>
            <a:r>
              <a:rPr lang="sl-SI"/>
              <a:t>Peta raven</a:t>
            </a:r>
            <a:endParaRPr lang="en-US" dirty="0"/>
          </a:p>
        </p:txBody>
      </p:sp>
      <p:sp>
        <p:nvSpPr>
          <p:cNvPr id="5" name="Označba mesta za besedilo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sl-SI"/>
              <a:t>Kliknite za urejanje slogov besedila matrice</a:t>
            </a:r>
          </a:p>
        </p:txBody>
      </p:sp>
      <p:sp>
        <p:nvSpPr>
          <p:cNvPr id="6" name="Označba mesta za vsebino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sl-SI"/>
              <a:t>Kliknite za urejanje slogov besedila matrice</a:t>
            </a:r>
          </a:p>
          <a:p>
            <a:pPr lvl="1" rtl="0"/>
            <a:r>
              <a:rPr lang="sl-SI"/>
              <a:t>Druga raven</a:t>
            </a:r>
          </a:p>
          <a:p>
            <a:pPr lvl="2" rtl="0"/>
            <a:r>
              <a:rPr lang="sl-SI"/>
              <a:t>Tretja raven</a:t>
            </a:r>
          </a:p>
          <a:p>
            <a:pPr lvl="3" rtl="0"/>
            <a:r>
              <a:rPr lang="sl-SI"/>
              <a:t>Četrta raven</a:t>
            </a:r>
          </a:p>
          <a:p>
            <a:pPr lvl="4" rtl="0"/>
            <a:r>
              <a:rPr lang="sl-SI"/>
              <a:t>Peta raven</a:t>
            </a:r>
            <a:endParaRPr lang="en-US" dirty="0"/>
          </a:p>
        </p:txBody>
      </p:sp>
      <p:sp>
        <p:nvSpPr>
          <p:cNvPr id="2" name="Označba mesta za datum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5EE8E56-7AC4-4412-AB93-88A1FFF2110C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11" name="Označba mesta za nogo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Označba mesta za številko diapozitiva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amo naslo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6" name="Označba mesta za datum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6942127-38D2-4491-B1C6-44E28DAA2792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7" name="Označba mesta za nogo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Označba mesta za številko diapozitiva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azn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ravokotnik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značba mesta za datum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D02BDC8-E614-48E3-A52F-4A87E6541DDE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3" name="Označba mesta za nogo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Označba mesta za številko diapozitiva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Vsebina z naslov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avokotnik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slov 1"/>
          <p:cNvSpPr>
            <a:spLocks noGrp="1"/>
          </p:cNvSpPr>
          <p:nvPr>
            <p:ph type="title" hasCustomPrompt="1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sl" dirty="0"/>
              <a:t>Kliknite, da uredite slog naslova matrice.</a:t>
            </a:r>
            <a:endParaRPr lang="en-US" dirty="0"/>
          </a:p>
        </p:txBody>
      </p:sp>
      <p:sp>
        <p:nvSpPr>
          <p:cNvPr id="3" name="Označba mesta za vsebino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sl-SI"/>
              <a:t>Kliknite za urejanje slogov besedila matrice</a:t>
            </a:r>
          </a:p>
          <a:p>
            <a:pPr lvl="1" rtl="0"/>
            <a:r>
              <a:rPr lang="sl-SI"/>
              <a:t>Druga raven</a:t>
            </a:r>
          </a:p>
          <a:p>
            <a:pPr lvl="2" rtl="0"/>
            <a:r>
              <a:rPr lang="sl-SI"/>
              <a:t>Tretja raven</a:t>
            </a:r>
          </a:p>
          <a:p>
            <a:pPr lvl="3" rtl="0"/>
            <a:r>
              <a:rPr lang="sl-SI"/>
              <a:t>Četrta raven</a:t>
            </a:r>
          </a:p>
          <a:p>
            <a:pPr lvl="4" rtl="0"/>
            <a:r>
              <a:rPr lang="sl-SI"/>
              <a:t>Peta raven</a:t>
            </a:r>
            <a:endParaRPr lang="en-US" dirty="0"/>
          </a:p>
        </p:txBody>
      </p:sp>
      <p:sp>
        <p:nvSpPr>
          <p:cNvPr id="4" name="Označba mesta za besedilo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za datum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324A261C-28C6-4542-BBD5-96104C3F5B3B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6" name="Označba mesta za nogo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Označba mesta številko diapoz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Slika z na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avokotnik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Označba mesta za sliko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sl-SI"/>
              <a:t>Kliknite ikono, če želite dodati sliko</a:t>
            </a:r>
            <a:endParaRPr lang="en-US" dirty="0"/>
          </a:p>
        </p:txBody>
      </p:sp>
      <p:sp>
        <p:nvSpPr>
          <p:cNvPr id="2" name="Naslov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4" name="Označba mesta za besedilo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sl-SI"/>
              <a:t>Kliknite za urejanje slogov besedila matrice</a:t>
            </a:r>
          </a:p>
        </p:txBody>
      </p:sp>
      <p:sp>
        <p:nvSpPr>
          <p:cNvPr id="5" name="Označba mesta za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10613C73-19E6-4E33-B408-9F7C8276A58D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6" name="Označba mesta za nogo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Označba mesta za številko diapoz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slov in navpično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Označba mesta za navpično besedilo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sl-SI"/>
              <a:t>Kliknite za urejanje slogov besedila matrice</a:t>
            </a:r>
          </a:p>
          <a:p>
            <a:pPr lvl="1" rtl="0"/>
            <a:r>
              <a:rPr lang="sl-SI"/>
              <a:t>Druga raven</a:t>
            </a:r>
          </a:p>
          <a:p>
            <a:pPr lvl="2" rtl="0"/>
            <a:r>
              <a:rPr lang="sl-SI"/>
              <a:t>Tretja raven</a:t>
            </a:r>
          </a:p>
          <a:p>
            <a:pPr lvl="3" rtl="0"/>
            <a:r>
              <a:rPr lang="sl-SI"/>
              <a:t>Četrta raven</a:t>
            </a:r>
          </a:p>
          <a:p>
            <a:pPr lvl="4" rtl="0"/>
            <a:r>
              <a:rPr lang="sl-SI"/>
              <a:t>Peta raven</a:t>
            </a:r>
            <a:endParaRPr lang="en-US" dirty="0"/>
          </a:p>
        </p:txBody>
      </p:sp>
      <p:sp>
        <p:nvSpPr>
          <p:cNvPr id="7" name="Označba mesta za datum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4351B71-7A05-474E-98BA-81C040A23C51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8" name="Označba mesta za nogo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Označba mesta za številko diapozitiva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Navpičen naslov in besedi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ravokotnik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Navpičen naslov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sl-SI"/>
              <a:t>Kliknite, če želite urediti slog naslova matrice</a:t>
            </a:r>
            <a:endParaRPr lang="en-US" dirty="0"/>
          </a:p>
        </p:txBody>
      </p:sp>
      <p:sp>
        <p:nvSpPr>
          <p:cNvPr id="3" name="Označba mesta za navpično besedilo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sl-SI"/>
              <a:t>Kliknite za urejanje slogov besedila matrice</a:t>
            </a:r>
          </a:p>
          <a:p>
            <a:pPr lvl="1" rtl="0"/>
            <a:r>
              <a:rPr lang="sl-SI"/>
              <a:t>Druga raven</a:t>
            </a:r>
          </a:p>
          <a:p>
            <a:pPr lvl="2" rtl="0"/>
            <a:r>
              <a:rPr lang="sl-SI"/>
              <a:t>Tretja raven</a:t>
            </a:r>
          </a:p>
          <a:p>
            <a:pPr lvl="3" rtl="0"/>
            <a:r>
              <a:rPr lang="sl-SI"/>
              <a:t>Četrta raven</a:t>
            </a:r>
          </a:p>
          <a:p>
            <a:pPr lvl="4" rtl="0"/>
            <a:r>
              <a:rPr lang="sl-SI"/>
              <a:t>Peta raven</a:t>
            </a:r>
            <a:endParaRPr lang="en-US" dirty="0"/>
          </a:p>
        </p:txBody>
      </p:sp>
      <p:sp>
        <p:nvSpPr>
          <p:cNvPr id="7" name="Označba mesta za datum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DE5678D-5778-4256-A2F4-3517EFE2949D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8" name="Označba mesta za nogo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Označba mesta za številko diapozitiva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ravokotnik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l-SI"/>
          </a:p>
        </p:txBody>
      </p:sp>
      <p:sp>
        <p:nvSpPr>
          <p:cNvPr id="2" name="Označba mesta za naslov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sl"/>
              <a:t>Kliknite, da uredite slog naslova matrice.</a:t>
            </a:r>
            <a:endParaRPr lang="en-US" dirty="0"/>
          </a:p>
        </p:txBody>
      </p:sp>
      <p:sp>
        <p:nvSpPr>
          <p:cNvPr id="3" name="Označba mesta besedila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sl"/>
              <a:t>Uredite sloge besedila matrice</a:t>
            </a:r>
          </a:p>
          <a:p>
            <a:pPr lvl="1" rtl="0"/>
            <a:r>
              <a:rPr lang="sl"/>
              <a:t>Druga raven</a:t>
            </a:r>
          </a:p>
          <a:p>
            <a:pPr lvl="2" rtl="0"/>
            <a:r>
              <a:rPr lang="sl"/>
              <a:t>Tretja raven</a:t>
            </a:r>
          </a:p>
          <a:p>
            <a:pPr lvl="3" rtl="0"/>
            <a:r>
              <a:rPr lang="sl"/>
              <a:t>Četrta raven</a:t>
            </a:r>
          </a:p>
          <a:p>
            <a:pPr lvl="4" rtl="0"/>
            <a:r>
              <a:rPr lang="sl"/>
              <a:t>Peta raven</a:t>
            </a:r>
            <a:endParaRPr lang="en-US" dirty="0"/>
          </a:p>
        </p:txBody>
      </p:sp>
      <p:sp>
        <p:nvSpPr>
          <p:cNvPr id="4" name="Označba mesta za datum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7DF312B3-6597-4B06-804D-8D822477F7BF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5" name="Označba mesta noge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Označba mesta za številko diapozitiva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Raven povezovalnik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ka 5" descr="Why is a pumpkin associated with Halloween? - BBC Bitesize">
            <a:extLst>
              <a:ext uri="{FF2B5EF4-FFF2-40B4-BE49-F238E27FC236}">
                <a16:creationId xmlns:a16="http://schemas.microsoft.com/office/drawing/2014/main" id="{80EF7380-9A1C-0D0F-5EFE-142FD0A7AA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664" b="25576"/>
          <a:stretch>
            <a:fillRect/>
          </a:stretch>
        </p:blipFill>
        <p:spPr>
          <a:xfrm>
            <a:off x="15" y="10"/>
            <a:ext cx="12191985" cy="4578340"/>
          </a:xfrm>
          <a:prstGeom prst="rect">
            <a:avLst/>
          </a:prstGeom>
          <a:noFill/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rtlCol="0" anchor="b">
            <a:normAutofit/>
          </a:bodyPr>
          <a:lstStyle/>
          <a:p>
            <a:pPr rtl="0"/>
            <a:r>
              <a:rPr lang="en-US" dirty="0"/>
              <a:t>Fright Fields</a:t>
            </a:r>
            <a:endParaRPr lang="sl" dirty="0"/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rtlCol="0">
            <a:normAutofit/>
          </a:bodyPr>
          <a:lstStyle/>
          <a:p>
            <a:pPr rtl="0"/>
            <a:r>
              <a:rPr lang="en-US" dirty="0"/>
              <a:t>No Clue Crew – Lovro Mačič Kotnik, Klemen </a:t>
            </a:r>
            <a:r>
              <a:rPr lang="en-US" dirty="0" err="1"/>
              <a:t>Gostenčnik</a:t>
            </a:r>
            <a:r>
              <a:rPr lang="en-US" dirty="0"/>
              <a:t>, </a:t>
            </a:r>
            <a:r>
              <a:rPr lang="en-US" dirty="0" err="1"/>
              <a:t>Žana</a:t>
            </a:r>
            <a:r>
              <a:rPr lang="en-US" dirty="0"/>
              <a:t> </a:t>
            </a:r>
            <a:r>
              <a:rPr lang="en-US" dirty="0" err="1"/>
              <a:t>Proprat</a:t>
            </a:r>
            <a:endParaRPr lang="en-US" dirty="0"/>
          </a:p>
        </p:txBody>
      </p:sp>
      <p:sp>
        <p:nvSpPr>
          <p:cNvPr id="29" name="Date Placeholder 4">
            <a:extLst>
              <a:ext uri="{FF2B5EF4-FFF2-40B4-BE49-F238E27FC236}">
                <a16:creationId xmlns:a16="http://schemas.microsoft.com/office/drawing/2014/main" id="{2095F10E-6B6B-46FC-7D39-C7F865D7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10613C73-19E6-4E33-B408-9F7C8276A58D}" type="datetime1">
              <a:rPr lang="sl-SI" smtClean="0"/>
              <a:pPr rtl="0">
                <a:spcAft>
                  <a:spcPts val="600"/>
                </a:spcAft>
              </a:pPr>
              <a:t>25. 10. 2026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459124E4-CE4A-C3E9-A874-E37BC632A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Koncept igre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5520298A-0ADB-C21B-AD94-AAAC57D46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Tema: Halloween + </a:t>
            </a:r>
            <a:r>
              <a:rPr lang="sl-SI" dirty="0"/>
              <a:t>"</a:t>
            </a:r>
            <a:r>
              <a:rPr lang="sl-SI" dirty="0" err="1"/>
              <a:t>It's</a:t>
            </a:r>
            <a:r>
              <a:rPr lang="sl-SI" dirty="0"/>
              <a:t> not a </a:t>
            </a:r>
            <a:r>
              <a:rPr lang="sl-SI" dirty="0" err="1"/>
              <a:t>bug</a:t>
            </a:r>
            <a:r>
              <a:rPr lang="sl-SI" dirty="0"/>
              <a:t>, </a:t>
            </a:r>
            <a:r>
              <a:rPr lang="sl-SI" dirty="0" err="1"/>
              <a:t>it's</a:t>
            </a:r>
            <a:r>
              <a:rPr lang="sl-SI" dirty="0"/>
              <a:t> a </a:t>
            </a:r>
            <a:r>
              <a:rPr lang="sl-SI" dirty="0" err="1"/>
              <a:t>feature</a:t>
            </a:r>
            <a:r>
              <a:rPr lang="sl-SI" dirty="0"/>
              <a:t>“</a:t>
            </a:r>
            <a:endParaRPr lang="en-US" dirty="0"/>
          </a:p>
          <a:p>
            <a:r>
              <a:rPr lang="en-US" dirty="0"/>
              <a:t>Roguelike + Farming sim: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/>
              <a:t>2D</a:t>
            </a:r>
            <a:r>
              <a:rPr lang="en-US" dirty="0"/>
              <a:t> pixel art</a:t>
            </a:r>
            <a:r>
              <a:rPr lang="sl-SI" dirty="0"/>
              <a:t> top-</a:t>
            </a:r>
            <a:r>
              <a:rPr lang="sl-SI" dirty="0" err="1"/>
              <a:t>down</a:t>
            </a:r>
            <a:r>
              <a:rPr lang="sl-SI" dirty="0"/>
              <a:t> </a:t>
            </a:r>
            <a:r>
              <a:rPr lang="sl-SI" dirty="0" err="1"/>
              <a:t>survival</a:t>
            </a:r>
            <a:r>
              <a:rPr lang="sl-SI" dirty="0"/>
              <a:t> igra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/>
              <a:t>Kmetovanje, prodaja pridelkov in </a:t>
            </a:r>
            <a:r>
              <a:rPr lang="en-US" dirty="0" err="1"/>
              <a:t>kupovanje</a:t>
            </a:r>
            <a:r>
              <a:rPr lang="en-US" dirty="0"/>
              <a:t> </a:t>
            </a:r>
            <a:r>
              <a:rPr lang="sl-SI" dirty="0" err="1"/>
              <a:t>nadgrad</a:t>
            </a:r>
            <a:r>
              <a:rPr lang="en-US" dirty="0" err="1"/>
              <a:t>enj</a:t>
            </a:r>
            <a:endParaRPr lang="sl-SI" dirty="0"/>
          </a:p>
          <a:p>
            <a:pPr>
              <a:buFont typeface="Wingdings" panose="05000000000000000000" pitchFamily="2" charset="2"/>
              <a:buChar char="Ø"/>
            </a:pPr>
            <a:r>
              <a:rPr lang="sl-SI" dirty="0"/>
              <a:t>Obramba pred sovražniki</a:t>
            </a:r>
            <a:r>
              <a:rPr lang="en-US" dirty="0"/>
              <a:t>, ki </a:t>
            </a:r>
            <a:r>
              <a:rPr lang="en-US" dirty="0" err="1"/>
              <a:t>pridejo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gozda</a:t>
            </a:r>
            <a:r>
              <a:rPr lang="sl-SI" dirty="0"/>
              <a:t> ponoči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/>
              <a:t>Cilj: preživeti čim več dni</a:t>
            </a:r>
          </a:p>
          <a:p>
            <a:endParaRPr lang="sl-SI" dirty="0"/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57E705E9-FAB2-E038-4EFA-60AA8B189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E23136-8872-4229-887B-F91C90761564}" type="datetime1">
              <a:rPr lang="sl-SI" smtClean="0"/>
              <a:t>25. 10. 2026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3299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2CB809B-93BD-1579-B589-40AE388120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 err="1"/>
              <a:t>Gameplay</a:t>
            </a:r>
            <a:r>
              <a:rPr lang="sl-SI" dirty="0"/>
              <a:t>: Kmetovanje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D4D2D816-33F6-67EF-86F7-3A4A305A88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4998720" cy="3760891"/>
          </a:xfrm>
        </p:spPr>
        <p:txBody>
          <a:bodyPr/>
          <a:lstStyle/>
          <a:p>
            <a:r>
              <a:rPr lang="en-US" dirty="0" err="1"/>
              <a:t>Čez</a:t>
            </a:r>
            <a:r>
              <a:rPr lang="en-US" dirty="0"/>
              <a:t> dan: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/>
              <a:t>Sajenje in zalivanje rastlin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/>
              <a:t>Pobiranje in prodaja pridelkov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/>
              <a:t>Nakup semen in nadgradenj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FCABE844-3B64-9E43-1D4D-416702CC0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E23136-8872-4229-887B-F91C90761564}" type="datetime1">
              <a:rPr lang="sl-SI" smtClean="0"/>
              <a:t>25. 10. 2026</a:t>
            </a:fld>
            <a:endParaRPr lang="en-US" dirty="0"/>
          </a:p>
        </p:txBody>
      </p:sp>
      <p:sp>
        <p:nvSpPr>
          <p:cNvPr id="6" name="PoljeZBesedilom 5">
            <a:extLst>
              <a:ext uri="{FF2B5EF4-FFF2-40B4-BE49-F238E27FC236}">
                <a16:creationId xmlns:a16="http://schemas.microsoft.com/office/drawing/2014/main" id="{0986DF44-3ED1-8637-38F5-6F57BB49489E}"/>
              </a:ext>
            </a:extLst>
          </p:cNvPr>
          <p:cNvSpPr txBox="1"/>
          <p:nvPr/>
        </p:nvSpPr>
        <p:spPr>
          <a:xfrm>
            <a:off x="6096000" y="2108201"/>
            <a:ext cx="5059680" cy="2394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Calibri" panose="020F0502020204030204" pitchFamily="34" charset="0"/>
              <a:buChar char=" "/>
              <a:tabLst/>
              <a:defRPr/>
            </a:pP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Čez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 </a:t>
            </a:r>
            <a:r>
              <a:rPr kumimoji="0" lang="en-US" sz="19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noč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:</a:t>
            </a: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sl-SI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Sovražniki se pojavijo ponoči</a:t>
            </a: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sl-SI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Hrošči sledijo igralcu in ga napadajo</a:t>
            </a: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sl-SI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Igralec se mora braniti</a:t>
            </a:r>
          </a:p>
          <a:p>
            <a:pPr marL="91440" marR="0" lvl="0" indent="-91440" algn="l" defTabSz="914400" rtl="0" eaLnBrk="1" fontAlgn="auto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rgbClr val="9BA8B7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sl-SI" sz="19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Franklin Gothic Book" panose="020F0502020204030204"/>
                <a:ea typeface="+mn-ea"/>
                <a:cs typeface="+mn-cs"/>
              </a:rPr>
              <a:t>Vsak nov dan pomeni nadaljevanje preživetja</a:t>
            </a:r>
          </a:p>
        </p:txBody>
      </p:sp>
    </p:spTree>
    <p:extLst>
      <p:ext uri="{BB962C8B-B14F-4D97-AF65-F5344CB8AC3E}">
        <p14:creationId xmlns:p14="http://schemas.microsoft.com/office/powerpoint/2010/main" val="1898252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E37D5BB-51ED-0EFA-2D2D-63EF410DF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Razvoj in tehnični izzivi</a:t>
            </a:r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9F16F59F-9763-30DF-78B5-8B8BB1FCED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sl-SI" dirty="0"/>
              <a:t>Uporabljena orodja: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 err="1"/>
              <a:t>Godot</a:t>
            </a:r>
            <a:r>
              <a:rPr lang="sl-SI" dirty="0"/>
              <a:t> + </a:t>
            </a:r>
            <a:r>
              <a:rPr lang="sl-SI" dirty="0" err="1"/>
              <a:t>GDScript</a:t>
            </a:r>
            <a:r>
              <a:rPr lang="sl-SI" dirty="0"/>
              <a:t> – razvoj igre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 err="1"/>
              <a:t>Aseprite</a:t>
            </a:r>
            <a:r>
              <a:rPr lang="sl-SI" dirty="0"/>
              <a:t> + </a:t>
            </a:r>
            <a:r>
              <a:rPr lang="sl-SI" dirty="0" err="1"/>
              <a:t>Procreate</a:t>
            </a:r>
            <a:r>
              <a:rPr lang="sl-SI" dirty="0"/>
              <a:t> – </a:t>
            </a:r>
            <a:r>
              <a:rPr lang="sl-SI" dirty="0" err="1"/>
              <a:t>pixel</a:t>
            </a:r>
            <a:r>
              <a:rPr lang="sl-SI" dirty="0"/>
              <a:t> </a:t>
            </a:r>
            <a:r>
              <a:rPr lang="sl-SI" dirty="0" err="1"/>
              <a:t>art</a:t>
            </a:r>
            <a:r>
              <a:rPr lang="sl-SI" dirty="0"/>
              <a:t> in animacije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 err="1"/>
              <a:t>GitHub</a:t>
            </a:r>
            <a:r>
              <a:rPr lang="sl-SI" dirty="0"/>
              <a:t> – sodelovanje in shranjevanje projekta</a:t>
            </a:r>
          </a:p>
          <a:p>
            <a:r>
              <a:rPr lang="sl-SI" dirty="0"/>
              <a:t>Največji izzivi: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Ustvarjanje</a:t>
            </a:r>
            <a:r>
              <a:rPr lang="en-US" dirty="0"/>
              <a:t> ter p</a:t>
            </a:r>
            <a:r>
              <a:rPr lang="sl-SI" dirty="0" err="1"/>
              <a:t>ovezovanje</a:t>
            </a:r>
            <a:r>
              <a:rPr lang="sl-SI" dirty="0"/>
              <a:t> inventarja</a:t>
            </a:r>
            <a:r>
              <a:rPr lang="en-US" dirty="0"/>
              <a:t>, </a:t>
            </a:r>
            <a:r>
              <a:rPr lang="en-US" dirty="0" err="1"/>
              <a:t>trgovine</a:t>
            </a:r>
            <a:r>
              <a:rPr lang="en-US" dirty="0"/>
              <a:t> z </a:t>
            </a:r>
            <a:r>
              <a:rPr lang="en-US" dirty="0" err="1"/>
              <a:t>upgradi</a:t>
            </a:r>
            <a:endParaRPr lang="sl-SI" dirty="0"/>
          </a:p>
          <a:p>
            <a:pPr>
              <a:buFont typeface="Wingdings" panose="05000000000000000000" pitchFamily="2" charset="2"/>
              <a:buChar char="Ø"/>
            </a:pPr>
            <a:r>
              <a:rPr lang="sl-SI" dirty="0"/>
              <a:t>Sistem dneva in noči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/>
              <a:t>Omejen čas in prvi razvoj igre</a:t>
            </a:r>
          </a:p>
          <a:p>
            <a:endParaRPr lang="sl-SI" dirty="0"/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84A9698A-8B66-33B9-4F0B-52E45827EF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E23136-8872-4229-887B-F91C90761564}" type="datetime1">
              <a:rPr lang="sl-SI" smtClean="0"/>
              <a:t>25. 10. 2026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094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B58B300-BDC7-03FB-EE67-0F8B4E779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anchor="b">
            <a:normAutofit/>
          </a:bodyPr>
          <a:lstStyle/>
          <a:p>
            <a:r>
              <a:rPr lang="en-US" dirty="0"/>
              <a:t>Main menu</a:t>
            </a:r>
            <a:endParaRPr lang="sl-SI" dirty="0"/>
          </a:p>
        </p:txBody>
      </p:sp>
      <p:pic>
        <p:nvPicPr>
          <p:cNvPr id="6" name="Označba mesta vsebine 5">
            <a:extLst>
              <a:ext uri="{FF2B5EF4-FFF2-40B4-BE49-F238E27FC236}">
                <a16:creationId xmlns:a16="http://schemas.microsoft.com/office/drawing/2014/main" id="{8C5986E1-8B94-BD80-FEA0-0C4F047E91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238" y="2108201"/>
            <a:ext cx="7232483" cy="3760891"/>
          </a:xfrm>
          <a:prstGeom prst="rect">
            <a:avLst/>
          </a:prstGeom>
          <a:noFill/>
        </p:spPr>
      </p:pic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CC979508-2C37-89A0-B68D-D7E215FD27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6E23136-8872-4229-887B-F91C90761564}" type="datetime1">
              <a:rPr lang="sl-SI" smtClean="0"/>
              <a:pPr rtl="0">
                <a:spcAft>
                  <a:spcPts val="600"/>
                </a:spcAft>
              </a:pPr>
              <a:t>25. 10. 2026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291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02864FB-3CB1-4D4A-46B8-F1EE6FB03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Zalivanje</a:t>
            </a:r>
            <a:r>
              <a:rPr lang="en-US" dirty="0"/>
              <a:t> </a:t>
            </a:r>
            <a:r>
              <a:rPr lang="en-US" dirty="0" err="1"/>
              <a:t>rastlin</a:t>
            </a:r>
            <a:endParaRPr lang="sl-SI" dirty="0"/>
          </a:p>
        </p:txBody>
      </p:sp>
      <p:pic>
        <p:nvPicPr>
          <p:cNvPr id="6" name="Označba mesta vsebine 5">
            <a:extLst>
              <a:ext uri="{FF2B5EF4-FFF2-40B4-BE49-F238E27FC236}">
                <a16:creationId xmlns:a16="http://schemas.microsoft.com/office/drawing/2014/main" id="{C171F8CE-6B46-64F5-9178-7F4DA2C707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0601" y="2108200"/>
            <a:ext cx="7231124" cy="3760788"/>
          </a:xfrm>
          <a:prstGeom prst="rect">
            <a:avLst/>
          </a:prstGeom>
        </p:spPr>
      </p:pic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0AB7A2F7-386E-4A19-3AAC-D7A208DCF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E23136-8872-4229-887B-F91C90761564}" type="datetime1">
              <a:rPr lang="sl-SI" smtClean="0"/>
              <a:t>25. 10. 2026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505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EC319417-CC52-3019-CD68-8F3340184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Noč</a:t>
            </a:r>
            <a:r>
              <a:rPr lang="en-US" dirty="0"/>
              <a:t> in </a:t>
            </a:r>
            <a:r>
              <a:rPr lang="en-US" dirty="0" err="1"/>
              <a:t>bojevanje</a:t>
            </a:r>
            <a:endParaRPr lang="sl-SI" dirty="0"/>
          </a:p>
        </p:txBody>
      </p:sp>
      <p:pic>
        <p:nvPicPr>
          <p:cNvPr id="6" name="Označba mesta vsebine 5">
            <a:extLst>
              <a:ext uri="{FF2B5EF4-FFF2-40B4-BE49-F238E27FC236}">
                <a16:creationId xmlns:a16="http://schemas.microsoft.com/office/drawing/2014/main" id="{A30C7382-9E43-827B-EBED-DEC869B9A8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508" y="2108200"/>
            <a:ext cx="6671310" cy="3760788"/>
          </a:xfrm>
          <a:prstGeom prst="rect">
            <a:avLst/>
          </a:prstGeom>
        </p:spPr>
      </p:pic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151FCD06-6D76-DA29-9B0E-3F33D700B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E23136-8872-4229-887B-F91C90761564}" type="datetime1">
              <a:rPr lang="sl-SI" smtClean="0"/>
              <a:t>25. 10. 2026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8711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24E4F11A-EEC6-F20E-873B-9A5A73E3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Shop UI</a:t>
            </a:r>
            <a:endParaRPr lang="sl-SI" dirty="0"/>
          </a:p>
        </p:txBody>
      </p:sp>
      <p:pic>
        <p:nvPicPr>
          <p:cNvPr id="6" name="Označba mesta vsebine 5">
            <a:extLst>
              <a:ext uri="{FF2B5EF4-FFF2-40B4-BE49-F238E27FC236}">
                <a16:creationId xmlns:a16="http://schemas.microsoft.com/office/drawing/2014/main" id="{2D01079C-3DE0-0722-3808-B844465691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3264" y="2108200"/>
            <a:ext cx="6865798" cy="3760788"/>
          </a:xfrm>
          <a:prstGeom prst="rect">
            <a:avLst/>
          </a:prstGeom>
        </p:spPr>
      </p:pic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34421491-32B0-AD68-823E-8E0E6FC6EA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E23136-8872-4229-887B-F91C90761564}" type="datetime1">
              <a:rPr lang="sl-SI" smtClean="0"/>
              <a:t>25. 10. 2026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23266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D8686FA8-47E7-605D-73FE-19683A957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 err="1"/>
              <a:t>Rastline</a:t>
            </a:r>
            <a:r>
              <a:rPr lang="en-US" dirty="0"/>
              <a:t>, ki </a:t>
            </a:r>
            <a:r>
              <a:rPr lang="en-US" dirty="0" err="1"/>
              <a:t>imajo</a:t>
            </a:r>
            <a:r>
              <a:rPr lang="en-US" dirty="0"/>
              <a:t> </a:t>
            </a:r>
            <a:r>
              <a:rPr lang="en-US" dirty="0" err="1"/>
              <a:t>več</a:t>
            </a:r>
            <a:r>
              <a:rPr lang="en-US" dirty="0"/>
              <a:t> </a:t>
            </a:r>
            <a:r>
              <a:rPr lang="en-US" dirty="0" err="1"/>
              <a:t>faz</a:t>
            </a:r>
            <a:endParaRPr lang="en-US" dirty="0"/>
          </a:p>
        </p:txBody>
      </p:sp>
      <p:pic>
        <p:nvPicPr>
          <p:cNvPr id="6" name="Označba mesta vsebine 5">
            <a:extLst>
              <a:ext uri="{FF2B5EF4-FFF2-40B4-BE49-F238E27FC236}">
                <a16:creationId xmlns:a16="http://schemas.microsoft.com/office/drawing/2014/main" id="{AFF0DE98-43BE-FB90-7304-DB5C90682E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8861" y="2108201"/>
            <a:ext cx="6095237" cy="3760891"/>
          </a:xfrm>
          <a:prstGeom prst="rect">
            <a:avLst/>
          </a:prstGeom>
          <a:noFill/>
        </p:spPr>
      </p:pic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A96B0423-9FB8-6134-BCCA-2ED8BA77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6E23136-8872-4229-887B-F91C90761564}" type="datetime1">
              <a:rPr lang="sl-SI" smtClean="0"/>
              <a:pPr rtl="0">
                <a:spcAft>
                  <a:spcPts val="600"/>
                </a:spcAft>
              </a:pPr>
              <a:t>25. 10. 2026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57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28C8A9A-493C-6B18-AD7C-1E1F046C0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Game over 😞</a:t>
            </a:r>
          </a:p>
        </p:txBody>
      </p:sp>
      <p:pic>
        <p:nvPicPr>
          <p:cNvPr id="6" name="Označba mesta vsebine 5">
            <a:extLst>
              <a:ext uri="{FF2B5EF4-FFF2-40B4-BE49-F238E27FC236}">
                <a16:creationId xmlns:a16="http://schemas.microsoft.com/office/drawing/2014/main" id="{9BAE82A8-AED7-0371-7CCF-C066565E8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082" b="4014"/>
          <a:stretch>
            <a:fillRect/>
          </a:stretch>
        </p:blipFill>
        <p:spPr>
          <a:xfrm>
            <a:off x="1097280" y="2108201"/>
            <a:ext cx="10058400" cy="3760891"/>
          </a:xfrm>
          <a:prstGeom prst="rect">
            <a:avLst/>
          </a:prstGeom>
          <a:noFill/>
        </p:spPr>
      </p:pic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83639451-8FA6-328B-A220-298678E44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6E23136-8872-4229-887B-F91C90761564}" type="datetime1">
              <a:rPr lang="sl-SI" smtClean="0"/>
              <a:pPr rtl="0">
                <a:spcAft>
                  <a:spcPts val="600"/>
                </a:spcAft>
              </a:pPr>
              <a:t>25. 10. 2026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14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D856BD9B-94CF-72E0-691E-8214D80E7C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l-SI" dirty="0"/>
              <a:t>Uporaba AI in </a:t>
            </a:r>
            <a:r>
              <a:rPr lang="sl-SI" dirty="0" err="1"/>
              <a:t>assetov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C35750BF-B8C7-1215-527C-137A595358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Ocenjena AI </a:t>
            </a:r>
            <a:r>
              <a:rPr lang="it-IT" dirty="0" err="1"/>
              <a:t>pomoč</a:t>
            </a:r>
            <a:r>
              <a:rPr lang="it-IT" dirty="0"/>
              <a:t> </a:t>
            </a:r>
            <a:r>
              <a:rPr lang="it-IT" dirty="0" err="1"/>
              <a:t>pri</a:t>
            </a:r>
            <a:r>
              <a:rPr lang="it-IT" dirty="0"/>
              <a:t> </a:t>
            </a:r>
            <a:r>
              <a:rPr lang="it-IT" dirty="0" err="1"/>
              <a:t>programiranju</a:t>
            </a:r>
            <a:r>
              <a:rPr lang="it-IT" dirty="0"/>
              <a:t>: 30 %, </a:t>
            </a:r>
            <a:r>
              <a:rPr lang="it-IT" dirty="0" err="1"/>
              <a:t>grafika</a:t>
            </a:r>
            <a:r>
              <a:rPr lang="it-IT" dirty="0"/>
              <a:t> in </a:t>
            </a:r>
            <a:r>
              <a:rPr lang="it-IT" dirty="0" err="1"/>
              <a:t>animacije</a:t>
            </a:r>
            <a:r>
              <a:rPr lang="it-IT" dirty="0"/>
              <a:t> </a:t>
            </a:r>
            <a:r>
              <a:rPr lang="it-IT" dirty="0" err="1"/>
              <a:t>pa</a:t>
            </a:r>
            <a:r>
              <a:rPr lang="it-IT" dirty="0"/>
              <a:t> 100% </a:t>
            </a:r>
            <a:r>
              <a:rPr lang="it-IT" dirty="0" err="1"/>
              <a:t>ročno</a:t>
            </a:r>
            <a:r>
              <a:rPr lang="it-IT" dirty="0"/>
              <a:t> </a:t>
            </a:r>
            <a:r>
              <a:rPr lang="it-IT" dirty="0" err="1"/>
              <a:t>izdelane</a:t>
            </a:r>
            <a:endParaRPr lang="it-IT" dirty="0"/>
          </a:p>
          <a:p>
            <a:r>
              <a:rPr lang="it-IT" dirty="0"/>
              <a:t>Viri: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 err="1"/>
              <a:t>ChatGPT</a:t>
            </a:r>
            <a:r>
              <a:rPr lang="sl-SI" dirty="0"/>
              <a:t> – pomoč pri odpravljanju napak in razumevanju kode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/>
              <a:t>Freesound.org – glasba in zvočni viri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sl-SI" dirty="0"/>
              <a:t>Grafika – lastno delo ekipe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ED3A6CAD-CDD8-337E-00E6-2D3FD4039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E23136-8872-4229-887B-F91C90761564}" type="datetime1">
              <a:rPr lang="sl-SI" smtClean="0"/>
              <a:t>25. 10. 2026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9565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9A1C1ED-A25C-D0C8-FB07-7F5B0570E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Možne</a:t>
            </a:r>
            <a:r>
              <a:rPr lang="en-US" dirty="0"/>
              <a:t> </a:t>
            </a:r>
            <a:r>
              <a:rPr lang="en-US" dirty="0" err="1"/>
              <a:t>izboljšave</a:t>
            </a:r>
            <a:r>
              <a:rPr lang="en-US" dirty="0"/>
              <a:t>/Status </a:t>
            </a:r>
            <a:r>
              <a:rPr lang="en-US" dirty="0" err="1"/>
              <a:t>izdelka</a:t>
            </a:r>
            <a:endParaRPr lang="sl-SI" dirty="0"/>
          </a:p>
        </p:txBody>
      </p:sp>
      <p:sp>
        <p:nvSpPr>
          <p:cNvPr id="3" name="Označba mesta vsebine 2">
            <a:extLst>
              <a:ext uri="{FF2B5EF4-FFF2-40B4-BE49-F238E27FC236}">
                <a16:creationId xmlns:a16="http://schemas.microsoft.com/office/drawing/2014/main" id="{0AE723E7-BFE8-E476-3F8F-8FF393D1E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Trenutno</a:t>
            </a:r>
            <a:r>
              <a:rPr lang="en-US" dirty="0"/>
              <a:t> v </a:t>
            </a:r>
            <a:r>
              <a:rPr lang="en-US" dirty="0" err="1"/>
              <a:t>zelo</a:t>
            </a:r>
            <a:r>
              <a:rPr lang="en-US" dirty="0"/>
              <a:t> </a:t>
            </a:r>
            <a:r>
              <a:rPr lang="en-US" dirty="0" err="1"/>
              <a:t>slabem</a:t>
            </a:r>
            <a:r>
              <a:rPr lang="en-US" dirty="0"/>
              <a:t> </a:t>
            </a:r>
            <a:r>
              <a:rPr lang="en-US" dirty="0" err="1"/>
              <a:t>stanju</a:t>
            </a:r>
            <a:endParaRPr lang="en-US" dirty="0"/>
          </a:p>
          <a:p>
            <a:pPr marL="0" indent="0">
              <a:buNone/>
            </a:pPr>
            <a:r>
              <a:rPr lang="en-US" dirty="0" err="1"/>
              <a:t>Možne</a:t>
            </a:r>
            <a:r>
              <a:rPr lang="en-US" dirty="0"/>
              <a:t> </a:t>
            </a:r>
            <a:r>
              <a:rPr lang="en-US" dirty="0" err="1"/>
              <a:t>izboljšave</a:t>
            </a:r>
            <a:r>
              <a:rPr lang="en-US" dirty="0"/>
              <a:t>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več</a:t>
            </a:r>
            <a:r>
              <a:rPr lang="en-US" dirty="0"/>
              <a:t> </a:t>
            </a:r>
            <a:r>
              <a:rPr lang="en-US" dirty="0" err="1"/>
              <a:t>rastlin</a:t>
            </a:r>
            <a:r>
              <a:rPr lang="en-US" dirty="0"/>
              <a:t>,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nadgradenj</a:t>
            </a:r>
            <a:r>
              <a:rPr lang="en-US" dirty="0"/>
              <a:t> in </a:t>
            </a:r>
            <a:r>
              <a:rPr lang="en-US" dirty="0" err="1"/>
              <a:t>sovražnikov</a:t>
            </a:r>
            <a:r>
              <a:rPr lang="en-US" dirty="0"/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izboljšati</a:t>
            </a:r>
            <a:r>
              <a:rPr lang="en-US" dirty="0"/>
              <a:t> inventor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dinamičnost</a:t>
            </a:r>
            <a:r>
              <a:rPr lang="en-US" dirty="0"/>
              <a:t> in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 err="1"/>
              <a:t>vpliv</a:t>
            </a:r>
            <a:r>
              <a:rPr lang="en-US" dirty="0"/>
              <a:t> </a:t>
            </a:r>
            <a:r>
              <a:rPr lang="en-US" dirty="0" err="1"/>
              <a:t>igralca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okolje</a:t>
            </a:r>
            <a:r>
              <a:rPr lang="en-US" dirty="0"/>
              <a:t>.</a:t>
            </a:r>
          </a:p>
        </p:txBody>
      </p:sp>
      <p:sp>
        <p:nvSpPr>
          <p:cNvPr id="4" name="Označba mesta datuma 3">
            <a:extLst>
              <a:ext uri="{FF2B5EF4-FFF2-40B4-BE49-F238E27FC236}">
                <a16:creationId xmlns:a16="http://schemas.microsoft.com/office/drawing/2014/main" id="{A92E69CB-FE0B-8678-D358-81B68DD8F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E23136-8872-4229-887B-F91C90761564}" type="datetime1">
              <a:rPr lang="sl-SI" smtClean="0"/>
              <a:t>25. 10. 2026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160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369D9-2390-3297-AB85-93317B08C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0805AC2D-EFF2-D281-BA38-D19D5D6D67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241"/>
          <a:stretch>
            <a:fillRect/>
          </a:stretch>
        </p:blipFill>
        <p:spPr>
          <a:xfrm>
            <a:off x="15" y="10"/>
            <a:ext cx="12191985" cy="4578340"/>
          </a:xfrm>
          <a:prstGeom prst="rect">
            <a:avLst/>
          </a:prstGeom>
          <a:noFill/>
        </p:spPr>
      </p:pic>
      <p:sp>
        <p:nvSpPr>
          <p:cNvPr id="2" name="Naslov 1">
            <a:extLst>
              <a:ext uri="{FF2B5EF4-FFF2-40B4-BE49-F238E27FC236}">
                <a16:creationId xmlns:a16="http://schemas.microsoft.com/office/drawing/2014/main" id="{38CC052B-977A-C7A3-68FF-449DAA38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rtlCol="0" anchor="b">
            <a:normAutofit/>
          </a:bodyPr>
          <a:lstStyle/>
          <a:p>
            <a:pPr rtl="0"/>
            <a:r>
              <a:rPr lang="en-US" dirty="0"/>
              <a:t>Hvala</a:t>
            </a:r>
            <a:endParaRPr lang="sl" dirty="0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6824E0FA-4954-4DFC-764A-BD2FE63149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Date Placeholder 4">
            <a:extLst>
              <a:ext uri="{FF2B5EF4-FFF2-40B4-BE49-F238E27FC236}">
                <a16:creationId xmlns:a16="http://schemas.microsoft.com/office/drawing/2014/main" id="{4172EF0D-033A-ACA1-21A4-A8DAC79E1E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0613C73-19E6-4E33-B408-9F7C8276A58D}" type="datetime1">
              <a:rPr lang="sl-SI" smtClean="0"/>
              <a:pPr rtl="0">
                <a:spcAft>
                  <a:spcPts val="600"/>
                </a:spcAft>
              </a:pPr>
              <a:t>25. 10. 2026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06543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9040_TF56160789" id="{5271EF13-119E-49BF-9912-45A22A693DC0}" vid="{A4A45C40-D36F-4F8B-B627-BFE9FB894D0E}"/>
    </a:ext>
  </a:extLst>
</a:theme>
</file>

<file path=ppt/theme/theme2.xml><?xml version="1.0" encoding="utf-8"?>
<a:theme xmlns:a="http://schemas.openxmlformats.org/drawingml/2006/main" name="Officeova 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ova 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{163B5A1B-6B22-420C-A35E-A2DF5562B709}TFf0a5ceae-4542-492d-822e-d65a94fb0e1e1a071031_win32-95dd6e3476c7</Template>
  <TotalTime>23</TotalTime>
  <Words>259</Words>
  <Application>Microsoft Office PowerPoint</Application>
  <PresentationFormat>Širokozaslonsko</PresentationFormat>
  <Paragraphs>62</Paragraphs>
  <Slides>13</Slides>
  <Notes>0</Notes>
  <HiddenSlides>0</HiddenSlides>
  <MMClips>0</MMClips>
  <ScaleCrop>false</ScaleCrop>
  <HeadingPairs>
    <vt:vector size="6" baseType="variant">
      <vt:variant>
        <vt:lpstr>Uporabljene pisave</vt:lpstr>
      </vt:variant>
      <vt:variant>
        <vt:i4>4</vt:i4>
      </vt:variant>
      <vt:variant>
        <vt:lpstr>Tema</vt:lpstr>
      </vt:variant>
      <vt:variant>
        <vt:i4>1</vt:i4>
      </vt:variant>
      <vt:variant>
        <vt:lpstr>Naslovi diapozitivov</vt:lpstr>
      </vt:variant>
      <vt:variant>
        <vt:i4>13</vt:i4>
      </vt:variant>
    </vt:vector>
  </HeadingPairs>
  <TitlesOfParts>
    <vt:vector size="18" baseType="lpstr">
      <vt:lpstr>Bookman Old Style</vt:lpstr>
      <vt:lpstr>Calibri</vt:lpstr>
      <vt:lpstr>Franklin Gothic Book</vt:lpstr>
      <vt:lpstr>Wingdings</vt:lpstr>
      <vt:lpstr>1_RetrospectVTI</vt:lpstr>
      <vt:lpstr>Fright Fields</vt:lpstr>
      <vt:lpstr>Koncept igre</vt:lpstr>
      <vt:lpstr>Gameplay: Kmetovanje</vt:lpstr>
      <vt:lpstr>Razvoj in tehnični izzivi</vt:lpstr>
      <vt:lpstr>Main menu</vt:lpstr>
      <vt:lpstr>Zalivanje rastlin</vt:lpstr>
      <vt:lpstr>Noč in bojevanje</vt:lpstr>
      <vt:lpstr>Shop UI</vt:lpstr>
      <vt:lpstr>Rastline, ki imajo več faz</vt:lpstr>
      <vt:lpstr>Game over 😞</vt:lpstr>
      <vt:lpstr>Uporaba AI in assetov</vt:lpstr>
      <vt:lpstr>Možne izboljšave/Status izdelka</vt:lpstr>
      <vt:lpstr>Hvala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Lovro Mačič Kotnik</dc:creator>
  <cp:lastModifiedBy>Lovro Mačič Kotnik</cp:lastModifiedBy>
  <cp:revision>1</cp:revision>
  <dcterms:created xsi:type="dcterms:W3CDTF">2026-10-25T20:22:38Z</dcterms:created>
  <dcterms:modified xsi:type="dcterms:W3CDTF">2026-10-25T20:46:07Z</dcterms:modified>
</cp:coreProperties>
</file>